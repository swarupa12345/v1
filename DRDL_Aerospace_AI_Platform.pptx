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1005840"/>
            <a:ext cx="3108960" cy="3108960"/>
          </a:xfrm>
          <a:prstGeom prst="ellipse">
            <a:avLst/>
          </a:prstGeom>
          <a:ln w="19050">
            <a:solidFill>
              <a:srgbClr val="2A35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1554480"/>
            <a:ext cx="2011680" cy="2011680"/>
          </a:xfrm>
          <a:prstGeom prst="ellipse">
            <a:avLst/>
          </a:prstGeom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210312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AEROSPACE AI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040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ML-Driven Aerodynamic Prediction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Design Optimization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surrogate-model + evolutionary-optimization system replacing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simulation with instant, data-driven aerodynamic analysis.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•  DIFFERENTIAL EVOLUTION  •  FLIGHT ENVELOPE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Intelligent Replacement for Traditional CFD Workflows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DRDL Aerospace AI Platform is a desktop application that predicts and optimizes the aerodynamic performance of an aircraft configuration in real time. Instead of running slow, resource-intensive CFD simulations for every design change, the platform uses a machine-learned surrogate model trained on prior simulation data to deliver instant aerodynamic estimates — enabling rapid design iteration and exploration.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63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64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27024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18 geometry &amp; flight-condition parameters and instantly returns CL, CD, XCP and CL/CD.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7889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3063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64" dirty="0"/>
          </a:p>
        </p:txBody>
      </p:sp>
      <p:sp>
        <p:nvSpPr>
          <p:cNvPr id="13" name="Text 11"/>
          <p:cNvSpPr/>
          <p:nvPr/>
        </p:nvSpPr>
        <p:spPr>
          <a:xfrm>
            <a:off x="4572000" y="3840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Optimizer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427024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parameter space to find the geometry that best maximizes aerodynamic efficiency.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7889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3063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64" dirty="0"/>
          </a:p>
        </p:txBody>
      </p:sp>
      <p:sp>
        <p:nvSpPr>
          <p:cNvPr id="18" name="Text 16"/>
          <p:cNvSpPr/>
          <p:nvPr/>
        </p:nvSpPr>
        <p:spPr>
          <a:xfrm>
            <a:off x="8321040" y="3840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Envelope Analysis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427024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angle of attack, Mach number, and altitude to characterize performance across conditions.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AEROSPACE AI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Core Techniques Power the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737360" y="19842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Prediction Model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regression surrogate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prior aerodynamic simulation data (CL, CD, XCP as targets)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input features covering nose, wing, tail geometry and flight conditions (Mach, alpha, altitude)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normalized with a MinMaxScaler before inference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once from serialized .pkl model files — no live CFD or dataset access at runtime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ranking identifies the 5 most influential design parameters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192024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7452360" y="19842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Evolution Optimizer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5236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Population-based evolutionary 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28803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 loop searches the top 5 most influential parameters within user-defined bounds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function balances lift-to-drag ratio (95% weight) with proximity to a target center of pressure (5% weight)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 rejects candidates with unrealistically low drag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directly against the XGBoost model — no simulation required per generation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 Top-5 heap of best unique solutions across all generations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AEROSPACE AI PLATFORM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Design Parameters to Optimized Configuration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9908" y="22860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4990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32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Parameters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geometry &amp;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flight-condition values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71800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1668" y="22860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0166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32" dirty="0"/>
          </a:p>
        </p:txBody>
      </p:sp>
      <p:sp>
        <p:nvSpPr>
          <p:cNvPr id="13" name="Text 11"/>
          <p:cNvSpPr/>
          <p:nvPr/>
        </p:nvSpPr>
        <p:spPr>
          <a:xfrm>
            <a:off x="338328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normalization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input features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23560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0" y="210312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3428" y="2286000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342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32" dirty="0"/>
          </a:p>
        </p:txBody>
      </p:sp>
      <p:sp>
        <p:nvSpPr>
          <p:cNvPr id="19" name="Text 17"/>
          <p:cNvSpPr/>
          <p:nvPr/>
        </p:nvSpPr>
        <p:spPr>
          <a:xfrm>
            <a:off x="603504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CL, CD, XCP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scaled inputs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75320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95360" y="210312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05188" y="22860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50518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32" dirty="0"/>
          </a:p>
        </p:txBody>
      </p:sp>
      <p:sp>
        <p:nvSpPr>
          <p:cNvPr id="25" name="Text 23"/>
          <p:cNvSpPr/>
          <p:nvPr/>
        </p:nvSpPr>
        <p:spPr>
          <a:xfrm>
            <a:off x="868680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0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/ CD / XCP / CL-CD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accuracy metrics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4114800"/>
            <a:ext cx="1028700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960120" y="443484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1691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Loop (Tab 2)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91640" y="4846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 optimizer repeatedly proposes candidate parameter sets for the 5 most influential variables, evaluates each one through the same XGBoost model (step 3 above), and scores it using the lift-to-drag / center-of-pressure fitness function. Across generations the population evolves toward better solutions; the best design and its Top-5 alternatives are returned once the run completes.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AEROSPACE AI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Delivers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647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963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Coefficient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7647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4963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Coefficient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647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XCP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4963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Pressure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7647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CL/CD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4963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Efficiency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Results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02336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geometry and its predicted CL, CD, XCP, CL/CD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ranked alternative configurations with fitness scores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evolution, metrics-per-generation, and CL/CD vs. XCP plots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artefacts: best_geometry.csv, full_performance.csv, evolution history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33756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Envelope Results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402336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sweep: CL, CD, XCP vs. angle of attack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sweep: CL, CD, CL/CD vs. Mach number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sweep: CL, CD, CL/CD vs. altitude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table + all plots auto-saved as PNG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AEROSPACE AI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206240"/>
            <a:ext cx="3108960" cy="3108960"/>
          </a:xfrm>
          <a:prstGeom prst="ellipse">
            <a:avLst/>
          </a:prstGeom>
          <a:ln w="19050">
            <a:solidFill>
              <a:srgbClr val="2A35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754880"/>
            <a:ext cx="2011680" cy="2011680"/>
          </a:xfrm>
          <a:prstGeom prst="ellipse">
            <a:avLst/>
          </a:prstGeom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Design,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Decisions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434840" y="10058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932688"/>
            <a:ext cx="6629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slow CFD runs with an instant, trained XGBoost surrogate model for CL, CD and XCP prediction.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3042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231136"/>
            <a:ext cx="6629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Evolution automatically discovers high-performance geometries under real design constraints.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360273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3529584"/>
            <a:ext cx="6629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Envelope analysis validates performance across the full range of angle of attack, Mach, and altitude.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490118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4828032"/>
            <a:ext cx="6629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interactive GUI unifies prediction, optimization, and envelope analysis with real-time visualization and exportable results.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AEROSPACE AI PLATFORM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2026-07-21T16:56:15Z</dcterms:created>
  <dcterms:modified xsi:type="dcterms:W3CDTF">2026-07-21T16:56:15Z</dcterms:modified>
</cp:coreProperties>
</file>